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f136ec33-f744-8328-3d19-d2212e208acb}">
          <p14:sldIdLst>
            <p14:sldId id="256"/>
            <p14:sldId id="257"/>
          </p14:sldIdLst>
        </p14:section>
        <p14:section name="本編" id="{129f12f4-9467-c707-0346-a3258daaa743}">
          <p14:sldIdLst>
            <p14:sldId id="258"/>
            <p14:sldId id="259"/>
            <p14:sldId id="260"/>
            <p14:sldId id="261"/>
          </p14:sldIdLst>
        </p14:section>
        <p14:section name="まとめ" id="{2d519c0c-35f6-f652-9dd8-ad063e837467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第8回「Webに公開する」。前回の宿題の提出状況を確認してから始める。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https://（名前）.pages.dev というURLになることを見せる。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第8回　Webに公開する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第8回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Webに公開する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フェーズ3 AIで作る　｜　第5週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作ったページをCloudflare Pagesで公開し、スマホで開ける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8630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86918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16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541782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GitHubに保存すると、公開ページにも自動で反映される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4" name="time-block"/>
          <p:cNvSpPr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ふりかえり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6" name="time-block"/>
          <p:cNvSpPr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8" name="time-block"/>
          <p:cNvSpPr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0" name="time-block"/>
          <p:cNvSpPr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質問・共有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15分</a:t>
            </a:r>
            <a:endParaRPr lang="en-US" sz="1050" dirty="0"/>
          </a:p>
        </p:txBody>
      </p:sp>
      <p:sp>
        <p:nvSpPr>
          <p:cNvPr id="26" name="time-block"/>
          <p:cNvSpPr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宿題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公開のしくみ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48640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1</a:t>
            </a:r>
            <a:endParaRPr lang="en-US" sz="1000" dirty="0"/>
          </a:p>
        </p:txBody>
      </p:sp>
      <p:sp>
        <p:nvSpPr>
          <p:cNvPr id="8" name="flow-node"/>
          <p:cNvSpPr txBox="1"/>
          <p:nvPr/>
        </p:nvSpPr>
        <p:spPr>
          <a:xfrm>
            <a:off x="640080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PCで作る</a:t>
            </a:r>
            <a:endParaRPr lang="en-US" sz="1400" dirty="0"/>
          </a:p>
        </p:txBody>
      </p:sp>
      <p:pic>
        <p:nvPicPr>
          <p:cNvPr id="9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5436" y="2441448"/>
            <a:ext cx="237744" cy="237744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656332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656332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2</a:t>
            </a:r>
            <a:endParaRPr lang="en-US" sz="1000" dirty="0"/>
          </a:p>
        </p:txBody>
      </p:sp>
      <p:sp>
        <p:nvSpPr>
          <p:cNvPr id="12" name="flow-node"/>
          <p:cNvSpPr txBox="1"/>
          <p:nvPr/>
        </p:nvSpPr>
        <p:spPr>
          <a:xfrm>
            <a:off x="2747772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GitHubに保存</a:t>
            </a:r>
            <a:endParaRPr lang="en-US" sz="1400" dirty="0"/>
          </a:p>
        </p:txBody>
      </p:sp>
      <p:pic>
        <p:nvPicPr>
          <p:cNvPr id="13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441448"/>
            <a:ext cx="237744" cy="237744"/>
          </a:xfrm>
          <a:prstGeom prst="rect">
            <a:avLst/>
          </a:prstGeom>
        </p:spPr>
      </p:pic>
      <p:sp>
        <p:nvSpPr>
          <p:cNvPr id="14" name="card"/>
          <p:cNvSpPr/>
          <p:nvPr/>
        </p:nvSpPr>
        <p:spPr>
          <a:xfrm>
            <a:off x="4764024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4764024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3</a:t>
            </a:r>
            <a:endParaRPr lang="en-US" sz="1000" dirty="0"/>
          </a:p>
        </p:txBody>
      </p:sp>
      <p:sp>
        <p:nvSpPr>
          <p:cNvPr id="16" name="flow-node"/>
          <p:cNvSpPr txBox="1"/>
          <p:nvPr/>
        </p:nvSpPr>
        <p:spPr>
          <a:xfrm>
            <a:off x="4855464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Cloudflareが公開</a:t>
            </a:r>
            <a:endParaRPr lang="en-US" sz="1400" dirty="0"/>
          </a:p>
        </p:txBody>
      </p:sp>
      <p:pic>
        <p:nvPicPr>
          <p:cNvPr id="17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4414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6871716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6871716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4</a:t>
            </a:r>
            <a:endParaRPr lang="en-US" sz="1000" dirty="0"/>
          </a:p>
        </p:txBody>
      </p:sp>
      <p:sp>
        <p:nvSpPr>
          <p:cNvPr id="20" name="flow-node"/>
          <p:cNvSpPr txBox="1"/>
          <p:nvPr/>
        </p:nvSpPr>
        <p:spPr>
          <a:xfrm>
            <a:off x="6963156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URLで見られる</a:t>
            </a:r>
            <a:endParaRPr lang="en-US" sz="1400" dirty="0"/>
          </a:p>
        </p:txBody>
      </p:sp>
      <p:sp>
        <p:nvSpPr>
          <p:cNvPr id="21" name="foot-box"/>
          <p:cNvSpPr/>
          <p:nvPr/>
        </p:nvSpPr>
        <p:spPr>
          <a:xfrm>
            <a:off x="548640" y="379476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foot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22776"/>
            <a:ext cx="246888" cy="246888"/>
          </a:xfrm>
          <a:prstGeom prst="rect">
            <a:avLst/>
          </a:prstGeom>
        </p:spPr>
      </p:pic>
      <p:sp>
        <p:nvSpPr>
          <p:cNvPr id="23" name="foot-text"/>
          <p:cNvSpPr txBox="1"/>
          <p:nvPr/>
        </p:nvSpPr>
        <p:spPr>
          <a:xfrm>
            <a:off x="1051560" y="37947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公開＝「誰でも取りに来られる場所にファイルを置く」こと。Cloudflare Pagesは無料枠あり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GitHubとつないで公開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ハンズオン① 20分</a:t>
            </a:r>
            <a:endParaRPr lang="en-US" sz="1100" dirty="0"/>
          </a:p>
        </p:txBody>
      </p:sp>
      <p:sp>
        <p:nvSpPr>
          <p:cNvPr id="5" name="step-num"/>
          <p:cNvSpPr/>
          <p:nvPr/>
        </p:nvSpPr>
        <p:spPr>
          <a:xfrm>
            <a:off x="548640" y="157276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6" name="step-num-text"/>
          <p:cNvSpPr txBox="1"/>
          <p:nvPr/>
        </p:nvSpPr>
        <p:spPr>
          <a:xfrm>
            <a:off x="5486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ext"/>
          <p:cNvSpPr txBox="1"/>
          <p:nvPr/>
        </p:nvSpPr>
        <p:spPr>
          <a:xfrm>
            <a:off x="1097280" y="146304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Cloudflareの「Workers &amp; Pages」でPagesのプロジェクトを作る</a:t>
            </a:r>
            <a:endParaRPr lang="en-US" sz="1450" dirty="0"/>
          </a:p>
        </p:txBody>
      </p:sp>
      <p:sp>
        <p:nvSpPr>
          <p:cNvPr id="8" name="step-num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9" name="step-num-text"/>
          <p:cNvSpPr txBox="1"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text"/>
          <p:cNvSpPr txBox="1"/>
          <p:nvPr/>
        </p:nvSpPr>
        <p:spPr>
          <a:xfrm>
            <a:off x="1097280" y="206654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「Gitに接続」を選び、第7回のリポジトリを選ぶ</a:t>
            </a:r>
            <a:endParaRPr lang="en-US" sz="1450" dirty="0"/>
          </a:p>
        </p:txBody>
      </p:sp>
      <p:sp>
        <p:nvSpPr>
          <p:cNvPr id="11" name="step-num"/>
          <p:cNvSpPr/>
          <p:nvPr/>
        </p:nvSpPr>
        <p:spPr>
          <a:xfrm>
            <a:off x="548640" y="277977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2" name="step-num-text"/>
          <p:cNvSpPr txBox="1"/>
          <p:nvPr/>
        </p:nvSpPr>
        <p:spPr>
          <a:xfrm>
            <a:off x="54864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text"/>
          <p:cNvSpPr txBox="1"/>
          <p:nvPr/>
        </p:nvSpPr>
        <p:spPr>
          <a:xfrm>
            <a:off x="1097280" y="267004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ビルド設定：フレームワークなし／ビルドコマンド空／出力先はルート</a:t>
            </a:r>
            <a:endParaRPr lang="en-US" sz="1450" dirty="0"/>
          </a:p>
        </p:txBody>
      </p:sp>
      <p:sp>
        <p:nvSpPr>
          <p:cNvPr id="14" name="step-num"/>
          <p:cNvSpPr/>
          <p:nvPr/>
        </p:nvSpPr>
        <p:spPr>
          <a:xfrm>
            <a:off x="548640" y="338328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5" name="step-num-text"/>
          <p:cNvSpPr txBox="1"/>
          <p:nvPr/>
        </p:nvSpPr>
        <p:spPr>
          <a:xfrm>
            <a:off x="5486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-text"/>
          <p:cNvSpPr txBox="1"/>
          <p:nvPr/>
        </p:nvSpPr>
        <p:spPr>
          <a:xfrm>
            <a:off x="1097280" y="327355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公開されたURLを自分のスマホで開く</a:t>
            </a:r>
            <a:endParaRPr lang="en-US" sz="1450" dirty="0"/>
          </a:p>
        </p:txBody>
      </p:sp>
      <p:sp>
        <p:nvSpPr>
          <p:cNvPr id="17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19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うまくいかないときは、エラー文をそのままClaude Codeに貼って原因を聞く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公開したら気をつけること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説明② 10分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" y="1776679"/>
            <a:ext cx="241402" cy="241402"/>
          </a:xfrm>
          <a:prstGeom prst="rect">
            <a:avLst/>
          </a:prstGeom>
        </p:spPr>
      </p:pic>
      <p:sp>
        <p:nvSpPr>
          <p:cNvPr id="8" name="card-head"/>
          <p:cNvSpPr txBox="1"/>
          <p:nvPr/>
        </p:nvSpPr>
        <p:spPr>
          <a:xfrm>
            <a:off x="73152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スマホで確認</a:t>
            </a:r>
            <a:endParaRPr lang="en-US" sz="1500" dirty="0"/>
          </a:p>
        </p:txBody>
      </p:sp>
      <p:sp>
        <p:nvSpPr>
          <p:cNvPr id="9" name="card-body"/>
          <p:cNvSpPr txBox="1"/>
          <p:nvPr/>
        </p:nvSpPr>
        <p:spPr>
          <a:xfrm>
            <a:off x="73152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お客様の多くはスマホ。PCとスマホの両方で見るクセを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330708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348996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0719" y="1776679"/>
            <a:ext cx="241402" cy="241402"/>
          </a:xfrm>
          <a:prstGeom prst="rect">
            <a:avLst/>
          </a:prstGeom>
        </p:spPr>
      </p:pic>
      <p:sp>
        <p:nvSpPr>
          <p:cNvPr id="13" name="card-head"/>
          <p:cNvSpPr txBox="1"/>
          <p:nvPr/>
        </p:nvSpPr>
        <p:spPr>
          <a:xfrm>
            <a:off x="348996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自動で反映</a:t>
            </a:r>
            <a:endParaRPr lang="en-US" sz="1500" dirty="0"/>
          </a:p>
        </p:txBody>
      </p:sp>
      <p:sp>
        <p:nvSpPr>
          <p:cNvPr id="14" name="card-body"/>
          <p:cNvSpPr txBox="1"/>
          <p:nvPr/>
        </p:nvSpPr>
        <p:spPr>
          <a:xfrm>
            <a:off x="348996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GitHubに保存するたびに、数十秒〜数分で公開し直される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606552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24840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159" y="1776679"/>
            <a:ext cx="241402" cy="241402"/>
          </a:xfrm>
          <a:prstGeom prst="rect">
            <a:avLst/>
          </a:prstGeom>
        </p:spPr>
      </p:pic>
      <p:sp>
        <p:nvSpPr>
          <p:cNvPr id="18" name="card-head"/>
          <p:cNvSpPr txBox="1"/>
          <p:nvPr/>
        </p:nvSpPr>
        <p:spPr>
          <a:xfrm>
            <a:off x="624840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誰でも見られる</a:t>
            </a:r>
            <a:endParaRPr lang="en-US" sz="1500" dirty="0"/>
          </a:p>
        </p:txBody>
      </p:sp>
      <p:sp>
        <p:nvSpPr>
          <p:cNvPr id="19" name="card-body"/>
          <p:cNvSpPr txBox="1"/>
          <p:nvPr/>
        </p:nvSpPr>
        <p:spPr>
          <a:xfrm>
            <a:off x="624840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個人情報や社内情報をページに書かない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受付ページを作って公開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ハンズオン② 20分</a:t>
            </a:r>
            <a:endParaRPr lang="en-US" sz="1100" dirty="0"/>
          </a:p>
        </p:txBody>
      </p:sp>
      <p:sp>
        <p:nvSpPr>
          <p:cNvPr id="5" name="step-num"/>
          <p:cNvSpPr/>
          <p:nvPr/>
        </p:nvSpPr>
        <p:spPr>
          <a:xfrm>
            <a:off x="548640" y="180594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6" name="step-num-text"/>
          <p:cNvSpPr txBox="1"/>
          <p:nvPr/>
        </p:nvSpPr>
        <p:spPr>
          <a:xfrm>
            <a:off x="548640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ext"/>
          <p:cNvSpPr txBox="1"/>
          <p:nvPr/>
        </p:nvSpPr>
        <p:spPr>
          <a:xfrm>
            <a:off x="1097280" y="169621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Claude Codeに受付ページを頼む（プロンプト集 P-05）</a:t>
            </a:r>
            <a:endParaRPr lang="en-US" sz="1450" dirty="0"/>
          </a:p>
        </p:txBody>
      </p:sp>
      <p:sp>
        <p:nvSpPr>
          <p:cNvPr id="8" name="step-num"/>
          <p:cNvSpPr/>
          <p:nvPr/>
        </p:nvSpPr>
        <p:spPr>
          <a:xfrm>
            <a:off x="548640" y="2409444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9" name="step-num-text"/>
          <p:cNvSpPr txBox="1"/>
          <p:nvPr/>
        </p:nvSpPr>
        <p:spPr>
          <a:xfrm>
            <a:off x="54864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text"/>
          <p:cNvSpPr txBox="1"/>
          <p:nvPr/>
        </p:nvSpPr>
        <p:spPr>
          <a:xfrm>
            <a:off x="1097280" y="2299716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今回は「見た目だけ」。送信先はまだ作らない</a:t>
            </a:r>
            <a:endParaRPr lang="en-US" sz="1450" dirty="0"/>
          </a:p>
        </p:txBody>
      </p:sp>
      <p:sp>
        <p:nvSpPr>
          <p:cNvPr id="11" name="step-num"/>
          <p:cNvSpPr/>
          <p:nvPr/>
        </p:nvSpPr>
        <p:spPr>
          <a:xfrm>
            <a:off x="548640" y="301294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2" name="step-num-text"/>
          <p:cNvSpPr txBox="1"/>
          <p:nvPr/>
        </p:nvSpPr>
        <p:spPr>
          <a:xfrm>
            <a:off x="548640" y="30129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text"/>
          <p:cNvSpPr txBox="1"/>
          <p:nvPr/>
        </p:nvSpPr>
        <p:spPr>
          <a:xfrm>
            <a:off x="1097280" y="290322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スマホで確認し、直したい点を2つ直す</a:t>
            </a:r>
            <a:endParaRPr lang="en-US" sz="1450" dirty="0"/>
          </a:p>
        </p:txBody>
      </p:sp>
      <p:sp>
        <p:nvSpPr>
          <p:cNvPr id="14" name="step-num"/>
          <p:cNvSpPr/>
          <p:nvPr/>
        </p:nvSpPr>
        <p:spPr>
          <a:xfrm>
            <a:off x="548640" y="361645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5" name="step-num-text"/>
          <p:cNvSpPr txBox="1"/>
          <p:nvPr/>
        </p:nvSpPr>
        <p:spPr>
          <a:xfrm>
            <a:off x="548640" y="36164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-text"/>
          <p:cNvSpPr txBox="1"/>
          <p:nvPr/>
        </p:nvSpPr>
        <p:spPr>
          <a:xfrm>
            <a:off x="1097280" y="350672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記録 → GitHubに保存 → 公開URLに反映されたか確かめる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公開URLを社内で見てもらい、直したい点を3つ集める（BASEの「改善要望」テーブルへ）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公開URLをスマホで開けた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修正が自動で公開ページに反映された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次回：第9回 Lark BASEとつなぐ（API）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わからないところは、講座グループでいつでも質問してください。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APIキーやパスワードは送らないでください。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第8回 Webに公開する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2026-10-02T10:43:48Z</dcterms:created>
  <dcterms:modified xsi:type="dcterms:W3CDTF">2026-10-02T10:43:48Z</dcterms:modified>
</cp:coreProperties>
</file>