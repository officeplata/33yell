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4070469d-d145-484d-56e8-baa1d4780204}">
          <p14:sldIdLst>
            <p14:sldId id="256"/>
            <p14:sldId id="257"/>
          </p14:sldIdLst>
        </p14:section>
        <p14:section name="本編" id="{c4882da8-bc2f-f103-bb4a-ad8a80752c17}">
          <p14:sldIdLst>
            <p14:sldId id="258"/>
            <p14:sldId id="259"/>
            <p14:sldId id="260"/>
            <p14:sldId id="261"/>
          </p14:sldIdLst>
        </p14:section>
        <p14:section name="まとめ" id="{e0150556-c593-e17d-a383-ecfdcc86bb32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第5回「フォーム・ビュー・ダッシュボード」。前回の宿題の提出状況を確認してから始める。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フォームビューはテーブルに直接つながっていることを見せる。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スマホでの確認を全員にやってもらう。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ダッシュボードで件数・合計・グラフが一目で見られることも見せる。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第5回　フォーム・ビュー・ダッシュボード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第5回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27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フォーム・ビュー・ダッシュボード</a:t>
            </a:r>
            <a:endParaRPr lang="ja-JP" sz="27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フェーズ2 Larkで組む｜第3週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「入力 → 一覧 → 集計」が一通りそろっている</a:t>
            </a:r>
            <a:endParaRPr lang="ja-JP" sz="1400" dirty="0"/>
          </a:p>
        </p:txBody>
      </p:sp>
      <p:sp>
        <p:nvSpPr>
          <p:cNvPr id="8" name="Text 5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ふりかえり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2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4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質問・共有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8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宿題</a:t>
            </a:r>
            <a:endParaRPr lang="ja-JP" sz="8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5分</a:t>
            </a:r>
            <a:endParaRPr lang="ja-JP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入力の入口を1つにする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 rot="-180000">
            <a:off x="918972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1</a:t>
            </a:r>
            <a:endParaRPr lang="ja-JP" sz="1000" dirty="0"/>
          </a:p>
        </p:txBody>
      </p:sp>
      <p:sp>
        <p:nvSpPr>
          <p:cNvPr id="7" name="flow-node"/>
          <p:cNvSpPr txBox="1"/>
          <p:nvPr/>
        </p:nvSpPr>
        <p:spPr>
          <a:xfrm>
            <a:off x="612648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フォーム</a:t>
            </a:r>
            <a:endParaRPr lang="ja-JP" sz="1400" dirty="0"/>
          </a:p>
        </p:txBody>
      </p:sp>
      <p:pic>
        <p:nvPicPr>
          <p:cNvPr id="8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363724"/>
            <a:ext cx="256032" cy="256032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633472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 rot="-180000">
            <a:off x="3049524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2</a:t>
            </a:r>
            <a:endParaRPr lang="ja-JP" sz="1000" dirty="0"/>
          </a:p>
        </p:txBody>
      </p:sp>
      <p:sp>
        <p:nvSpPr>
          <p:cNvPr id="11" name="flow-node"/>
          <p:cNvSpPr txBox="1"/>
          <p:nvPr/>
        </p:nvSpPr>
        <p:spPr>
          <a:xfrm>
            <a:off x="2743200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テーブル</a:t>
            </a:r>
            <a:endParaRPr lang="ja-JP" sz="1400" dirty="0"/>
          </a:p>
        </p:txBody>
      </p:sp>
      <p:pic>
        <p:nvPicPr>
          <p:cNvPr id="12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2363724"/>
            <a:ext cx="256032" cy="256032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764024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180000">
            <a:off x="5180076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3</a:t>
            </a:r>
            <a:endParaRPr lang="ja-JP" sz="1000" dirty="0"/>
          </a:p>
        </p:txBody>
      </p:sp>
      <p:sp>
        <p:nvSpPr>
          <p:cNvPr id="15" name="flow-node"/>
          <p:cNvSpPr txBox="1"/>
          <p:nvPr/>
        </p:nvSpPr>
        <p:spPr>
          <a:xfrm>
            <a:off x="4873752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ビュー</a:t>
            </a:r>
            <a:endParaRPr lang="ja-JP" sz="1400" dirty="0"/>
          </a:p>
        </p:txBody>
      </p:sp>
      <p:pic>
        <p:nvPicPr>
          <p:cNvPr id="16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2363724"/>
            <a:ext cx="256032" cy="256032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6894576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5A623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 rot="-180000">
            <a:off x="7310628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4</a:t>
            </a:r>
            <a:endParaRPr lang="ja-JP" sz="1000" dirty="0"/>
          </a:p>
        </p:txBody>
      </p:sp>
      <p:sp>
        <p:nvSpPr>
          <p:cNvPr id="19" name="flow-node"/>
          <p:cNvSpPr txBox="1"/>
          <p:nvPr/>
        </p:nvSpPr>
        <p:spPr>
          <a:xfrm>
            <a:off x="7004304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ダッシュボード</a:t>
            </a:r>
            <a:endParaRPr lang="ja-JP" sz="1400" dirty="0"/>
          </a:p>
        </p:txBody>
      </p:sp>
      <p:sp>
        <p:nvSpPr>
          <p:cNvPr id="20" name="Text 14"/>
          <p:cNvSpPr txBox="1"/>
          <p:nvPr/>
        </p:nvSpPr>
        <p:spPr>
          <a:xfrm rot="-60000">
            <a:off x="502920" y="379476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入力ミスを防ぐ工夫：必須にする／選択肢にする／説明文を書く。共有範囲は必ず確認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フォームを作る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0020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68249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60020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主テーブルでフォームビューを追加する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295144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295144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入力してほしい項目だけを表示し、順番を入れ替える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990088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72384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990088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必須項目と説明文を設定する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368503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368503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スマホで開いて3件入力し、テーブルに入るか確かめる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見え方を変えるビュー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170176"/>
                <a:gridCol w="59679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ビュー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向いている使い方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表（グリッド）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全体の一覧、編集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かんばん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ステータスごとの進み具合（受付→確定→来店済）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カレンダー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日付で見る（予約・締切）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ギャラリー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写真付きのカード（商品・物件）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ガント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期間のある作業・工程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ビューごとに絞り込み・並べ替え・グループ化を保存できる。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「本日の予約」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「自分の担当分」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など使う人ごとに作る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ビューとダッシュボード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72184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6" name="step-text"/>
          <p:cNvSpPr txBox="1"/>
          <p:nvPr/>
        </p:nvSpPr>
        <p:spPr>
          <a:xfrm>
            <a:off x="1234440" y="1417320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かんばんビューを作り、ステータスでグループ化する</a:t>
            </a:r>
            <a:endParaRPr lang="ja-JP" sz="1400" dirty="0"/>
          </a:p>
        </p:txBody>
      </p:sp>
      <p:sp>
        <p:nvSpPr>
          <p:cNvPr id="7" name="card"/>
          <p:cNvSpPr/>
          <p:nvPr/>
        </p:nvSpPr>
        <p:spPr>
          <a:xfrm>
            <a:off x="502920" y="2055114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109978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9" name="step-text"/>
          <p:cNvSpPr txBox="1"/>
          <p:nvPr/>
        </p:nvSpPr>
        <p:spPr>
          <a:xfrm>
            <a:off x="1234440" y="2055114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「本日の予約」「今週の予約」など絞り込み済みビューを2つ作る</a:t>
            </a:r>
            <a:endParaRPr lang="ja-JP" sz="1400" dirty="0"/>
          </a:p>
        </p:txBody>
      </p:sp>
      <p:sp>
        <p:nvSpPr>
          <p:cNvPr id="10" name="card"/>
          <p:cNvSpPr/>
          <p:nvPr/>
        </p:nvSpPr>
        <p:spPr>
          <a:xfrm>
            <a:off x="502920" y="2692908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" y="2747772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2" name="step-text"/>
          <p:cNvSpPr txBox="1"/>
          <p:nvPr/>
        </p:nvSpPr>
        <p:spPr>
          <a:xfrm>
            <a:off x="1234440" y="2692908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ダッシュボードに「今月の件数」「ステータス別」「受付経路別」を置く</a:t>
            </a:r>
            <a:endParaRPr lang="ja-JP" sz="1400" dirty="0"/>
          </a:p>
        </p:txBody>
      </p:sp>
      <p:sp>
        <p:nvSpPr>
          <p:cNvPr id="13" name="card"/>
          <p:cNvSpPr/>
          <p:nvPr/>
        </p:nvSpPr>
        <p:spPr>
          <a:xfrm>
            <a:off x="502920" y="3330702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3385566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5" name="step-text"/>
          <p:cNvSpPr txBox="1"/>
          <p:nvPr/>
        </p:nvSpPr>
        <p:spPr>
          <a:xfrm>
            <a:off x="1234440" y="3330702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使い方をWiki「03 操作マニュアル」に1ページ1操作で書く</a:t>
            </a:r>
            <a:endParaRPr lang="ja-JP" sz="1400" dirty="0"/>
          </a:p>
        </p:txBody>
      </p:sp>
      <p:sp>
        <p:nvSpPr>
          <p:cNvPr id="16" name="Text 14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マニュアルはAIに下書きさせてよい（プロンプト集 P-04）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社内の誰か1人にフォームを使ってもらい、わかりにくかった点を聞いて直す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フォームから入力したデータがテーブルに入った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目的別のビューが2つ以上ある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ダッシュボードで今月の件数が見られる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第6回</a:t>
            </a:r>
            <a:endParaRPr lang="ja-JP" sz="3200" dirty="0"/>
          </a:p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自動化・通知・承認</a:t>
            </a:r>
            <a:endParaRPr lang="ja-JP" sz="32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第5回 フォーム・ビュー・ダッシュボード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2026-10-08T07:08:41Z</dcterms:created>
  <dcterms:modified xsi:type="dcterms:W3CDTF">2026-10-08T07:08:41Z</dcterms:modified>
</cp:coreProperties>
</file>