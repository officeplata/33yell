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b103ff11-bfe0-eacd-598b-8114c6f0873e}">
          <p14:sldIdLst>
            <p14:sldId id="256"/>
            <p14:sldId id="257"/>
          </p14:sldIdLst>
        </p14:section>
        <p14:section name="本編" id="{9eae28f6-f05e-7c75-83ac-86e98ccfa0b7}">
          <p14:sldIdLst>
            <p14:sldId id="258"/>
            <p14:sldId id="259"/>
            <p14:sldId id="260"/>
            <p14:sldId id="261"/>
          </p14:sldIdLst>
        </p14:section>
        <p14:section name="まとめ" id="{e6487a30-b31a-339d-6798-511934c48d71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第11回「安全に運用・改善する」。前回の宿題の提出状況を確認してから始める。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第11回　安全に運用・改善する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第11回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安全に運用・改善する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フェーズ4 サービスにする　｜　第7週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「止めない・漏らさない・直せる」運用ルールがある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改善要望を1つ、Claude Codeで直して公開できている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運用で気をつける4つ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909060" cy="1120140"/>
          </a:xfrm>
          <a:prstGeom prst="roundRect">
            <a:avLst>
              <a:gd name="adj" fmla="val 979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1745772"/>
            <a:ext cx="184343" cy="184343"/>
          </a:xfrm>
          <a:prstGeom prst="rect">
            <a:avLst/>
          </a:prstGeom>
        </p:spPr>
      </p:pic>
      <p:sp>
        <p:nvSpPr>
          <p:cNvPr id="8" name="card-head"/>
          <p:cNvSpPr txBox="1"/>
          <p:nvPr/>
        </p:nvSpPr>
        <p:spPr>
          <a:xfrm>
            <a:off x="1234440" y="1645920"/>
            <a:ext cx="3040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権限</a:t>
            </a:r>
            <a:endParaRPr lang="en-US" sz="1500" dirty="0"/>
          </a:p>
        </p:txBody>
      </p:sp>
      <p:sp>
        <p:nvSpPr>
          <p:cNvPr id="9" name="card-body"/>
          <p:cNvSpPr txBox="1"/>
          <p:nvPr/>
        </p:nvSpPr>
        <p:spPr>
          <a:xfrm>
            <a:off x="731520" y="2103120"/>
            <a:ext cx="3543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誰が見られる／編集できるか。退職・異動のときに外す手順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86300" y="1463040"/>
            <a:ext cx="3909060" cy="1120140"/>
          </a:xfrm>
          <a:prstGeom prst="roundRect">
            <a:avLst>
              <a:gd name="adj" fmla="val 979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869180" y="164592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032" y="1745772"/>
            <a:ext cx="184343" cy="184343"/>
          </a:xfrm>
          <a:prstGeom prst="rect">
            <a:avLst/>
          </a:prstGeom>
        </p:spPr>
      </p:pic>
      <p:sp>
        <p:nvSpPr>
          <p:cNvPr id="13" name="card-head"/>
          <p:cNvSpPr txBox="1"/>
          <p:nvPr/>
        </p:nvSpPr>
        <p:spPr>
          <a:xfrm>
            <a:off x="5372100" y="1645920"/>
            <a:ext cx="3040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個人情報</a:t>
            </a:r>
            <a:endParaRPr lang="en-US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4869180" y="2103120"/>
            <a:ext cx="3543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集める項目は最小限か。公開ページに出していないか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2811780"/>
            <a:ext cx="3909060" cy="1120140"/>
          </a:xfrm>
          <a:prstGeom prst="roundRect">
            <a:avLst>
              <a:gd name="adj" fmla="val 979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731520" y="29946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3094512"/>
            <a:ext cx="184343" cy="184343"/>
          </a:xfrm>
          <a:prstGeom prst="rect">
            <a:avLst/>
          </a:prstGeom>
        </p:spPr>
      </p:pic>
      <p:sp>
        <p:nvSpPr>
          <p:cNvPr id="18" name="card-head"/>
          <p:cNvSpPr txBox="1"/>
          <p:nvPr/>
        </p:nvSpPr>
        <p:spPr>
          <a:xfrm>
            <a:off x="1234440" y="2994660"/>
            <a:ext cx="3040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秘密情報</a:t>
            </a:r>
            <a:endParaRPr lang="en-US" sz="1500" dirty="0"/>
          </a:p>
        </p:txBody>
      </p:sp>
      <p:sp>
        <p:nvSpPr>
          <p:cNvPr id="19" name="card-body"/>
          <p:cNvSpPr txBox="1"/>
          <p:nvPr/>
        </p:nvSpPr>
        <p:spPr>
          <a:xfrm>
            <a:off x="731520" y="3451860"/>
            <a:ext cx="3543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SecretがGitHub・チャットに残っていないか。漏れたら作り直す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4686300" y="2811780"/>
            <a:ext cx="3909060" cy="1120140"/>
          </a:xfrm>
          <a:prstGeom prst="roundRect">
            <a:avLst>
              <a:gd name="adj" fmla="val 979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1" name="icon-circle"/>
          <p:cNvSpPr/>
          <p:nvPr/>
        </p:nvSpPr>
        <p:spPr>
          <a:xfrm>
            <a:off x="4869180" y="29946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032" y="3094512"/>
            <a:ext cx="184343" cy="184343"/>
          </a:xfrm>
          <a:prstGeom prst="rect">
            <a:avLst/>
          </a:prstGeom>
        </p:spPr>
      </p:pic>
      <p:sp>
        <p:nvSpPr>
          <p:cNvPr id="23" name="card-head"/>
          <p:cNvSpPr txBox="1"/>
          <p:nvPr/>
        </p:nvSpPr>
        <p:spPr>
          <a:xfrm>
            <a:off x="5372100" y="2994660"/>
            <a:ext cx="3040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止まったとき</a:t>
            </a:r>
            <a:endParaRPr lang="en-US" sz="1500" dirty="0"/>
          </a:p>
        </p:txBody>
      </p:sp>
      <p:sp>
        <p:nvSpPr>
          <p:cNvPr id="24" name="card-body"/>
          <p:cNvSpPr txBox="1"/>
          <p:nvPr/>
        </p:nvSpPr>
        <p:spPr>
          <a:xfrm>
            <a:off x="4869180" y="3451860"/>
            <a:ext cx="3543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誰が気づき、誰に連絡するか。その間の代わりの手段</a:t>
            </a:r>
            <a:endParaRPr lang="en-US" sz="1300" dirty="0"/>
          </a:p>
        </p:txBody>
      </p:sp>
      <p:sp>
        <p:nvSpPr>
          <p:cNvPr id="25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foot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27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BASEは定期的にエクスポートで控えを取っておくと安心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運用ルール表を作る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210769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2107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99796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ワークシート「運用ルール表」を自社用に埋める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71119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711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60146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Wikiの「02 業務ルール」に置く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331470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33147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320497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AIに「この表で抜けている観点はありますか」と聞いて見直す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改善の回し方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40080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要望をBASEに</a:t>
            </a:r>
            <a:endParaRPr lang="en-US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2441448"/>
            <a:ext cx="237744" cy="237744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56332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656332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7772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月1回選ぶ</a:t>
            </a:r>
            <a:endParaRPr lang="en-US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44144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764024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55464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記録→直す→確認</a:t>
            </a:r>
            <a:endParaRPr lang="en-US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441448"/>
            <a:ext cx="237744" cy="237744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71716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71716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6963156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公開・記録</a:t>
            </a:r>
            <a:endParaRPr lang="en-US" sz="1400" dirty="0"/>
          </a:p>
        </p:txBody>
      </p:sp>
      <p:sp>
        <p:nvSpPr>
          <p:cNvPr id="20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2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AIに直させるときは「どこを・どう変えたいか・変えてはいけないところ」を伝え、直したあとに「何を変えたか説明して」と頼む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1つ直す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第8回で集めた改善要望から、1つ選ぶ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直す前にGitで記録する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Codeに頼んで直し、手元で確認して公開する</a:t>
            </a:r>
            <a:endParaRPr lang="en-US" sz="1450" dirty="0"/>
          </a:p>
        </p:txBody>
      </p:sp>
      <p:sp>
        <p:nvSpPr>
          <p:cNvPr id="14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5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Wikiの「04 改善メモ」に1行残す</a:t>
            </a:r>
            <a:endParaRPr lang="en-US" sz="1450" dirty="0"/>
          </a:p>
        </p:txBody>
      </p:sp>
      <p:sp>
        <p:nvSpPr>
          <p:cNvPr id="17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9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変更の説明は P-10 で頼む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成果発表の資料（5分）を作る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運用ルール表がWikiにある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改善が1回まわった（要望 → 修正 → 公開 → 記録）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次回：第12回 成果発表・構築者チェック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第11回 安全に運用・改善する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2026-10-02T10:43:48Z</dcterms:created>
  <dcterms:modified xsi:type="dcterms:W3CDTF">2026-10-02T10:43:48Z</dcterms:modified>
</cp:coreProperties>
</file>